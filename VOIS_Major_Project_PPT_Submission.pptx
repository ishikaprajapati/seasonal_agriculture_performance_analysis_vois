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9/3/2026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88198"/>
            <a:ext cx="7413684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Name: Ishika </a:t>
            </a:r>
            <a:r>
              <a:rPr lang="en-US" b="0" dirty="0" err="1">
                <a:solidFill>
                  <a:schemeClr val="tx1"/>
                </a:solidFill>
              </a:rPr>
              <a:t>Bharatkumar</a:t>
            </a:r>
            <a:r>
              <a:rPr lang="en-US" b="0" dirty="0">
                <a:solidFill>
                  <a:schemeClr val="tx1"/>
                </a:solidFill>
              </a:rPr>
              <a:t> Prajapati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Name: GTU – Institution of Technology and Research (GTU-ITR)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575979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481944"/>
            <a:ext cx="6096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STU6a2eb8b06aafd1781446832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However, raw agricultural data does not clearly explain how agricultural performance changes across seasons or what patterns can be observed in different seasonal conditions. 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The 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36B48-61B1-92FF-BEF8-1A6D636AE6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IN" sz="1400" b="1" dirty="0"/>
              <a:t>Seasonal Agriculture Performance Analysis</a:t>
            </a:r>
            <a:r>
              <a:rPr lang="en-IN" sz="1400" dirty="0"/>
              <a:t> is a Data Analytics project focused on understanding how agricultural performance changes across different seasons, regions, farming conditions, and resource usage.</a:t>
            </a:r>
          </a:p>
          <a:p>
            <a:pPr algn="just"/>
            <a:r>
              <a:rPr lang="en-IN" sz="1400" dirty="0"/>
              <a:t>The project involves </a:t>
            </a:r>
            <a:r>
              <a:rPr lang="en-IN" sz="1400" b="1" dirty="0"/>
              <a:t>exploring, cleaning, and </a:t>
            </a:r>
            <a:r>
              <a:rPr lang="en-IN" sz="1400" b="1" dirty="0" err="1"/>
              <a:t>analyzing</a:t>
            </a:r>
            <a:r>
              <a:rPr lang="en-IN" sz="1400" b="1" dirty="0"/>
              <a:t> agricultural data</a:t>
            </a:r>
            <a:r>
              <a:rPr lang="en-IN" sz="1400" dirty="0"/>
              <a:t> to identify meaningful seasonal patterns, trends, relationships, and variations. Key factors such as crop production, environmental conditions, resource utilization, and economic outcomes are examined to compare agricultural performance across different seasons.</a:t>
            </a:r>
          </a:p>
          <a:p>
            <a:pPr algn="just"/>
            <a:r>
              <a:rPr lang="en-IN" sz="1400" dirty="0"/>
              <a:t>Using </a:t>
            </a:r>
            <a:r>
              <a:rPr lang="en-IN" sz="1400" b="1" dirty="0"/>
              <a:t>Python, Pandas, statistical analysis, and data visualization techniques</a:t>
            </a:r>
            <a:r>
              <a:rPr lang="en-IN" sz="1400" dirty="0"/>
              <a:t>, the project aims to transform raw agricultural data into meaningful insights. The findings can help identify significant seasonal differences, unusual patterns, and relationships between environmental conditions and agricultural outcomes.</a:t>
            </a:r>
          </a:p>
          <a:p>
            <a:pPr algn="just"/>
            <a:r>
              <a:rPr lang="en-IN" sz="1400" dirty="0"/>
              <a:t>The final analysis provides </a:t>
            </a:r>
            <a:r>
              <a:rPr lang="en-IN" sz="1400" b="1" dirty="0"/>
              <a:t>evidence-based insights and recommendations</a:t>
            </a:r>
            <a:r>
              <a:rPr lang="en-IN" sz="1400" dirty="0"/>
              <a:t> that can support better understanding and planning of seasonal agricultural activities.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lvl="0"/>
            <a:r>
              <a:rPr lang="en-IN" sz="1400" dirty="0"/>
              <a:t>Farmers </a:t>
            </a:r>
          </a:p>
          <a:p>
            <a:pPr lvl="0"/>
            <a:r>
              <a:rPr lang="en-IN" sz="1400" dirty="0"/>
              <a:t>Agricultural Planners </a:t>
            </a:r>
          </a:p>
          <a:p>
            <a:pPr lvl="0"/>
            <a:r>
              <a:rPr lang="en-IN" sz="1400" dirty="0"/>
              <a:t>Government Agriculture Departments </a:t>
            </a:r>
          </a:p>
          <a:p>
            <a:pPr lvl="0"/>
            <a:r>
              <a:rPr lang="en-IN" sz="1400" dirty="0"/>
              <a:t>Agricultural Researchers </a:t>
            </a:r>
          </a:p>
          <a:p>
            <a:pPr lvl="0"/>
            <a:r>
              <a:rPr lang="en-IN" sz="1400" dirty="0"/>
              <a:t>Agribusinesses &amp; FPOs </a:t>
            </a:r>
          </a:p>
          <a:p>
            <a:pPr lvl="0"/>
            <a:r>
              <a:rPr lang="en-IN" sz="1400" dirty="0"/>
              <a:t>Agricultural Consultants</a:t>
            </a:r>
            <a:r>
              <a:rPr lang="en-IN" sz="1600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1463105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1400" dirty="0"/>
              <a:t>Python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Jupyter notebook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Pandas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NumPy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Matplotlib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Seaborn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Statistics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Data visualization</a:t>
            </a:r>
            <a:endParaRPr lang="en-IN" sz="1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B3D18E-4EC5-DDC9-3874-9D757F27B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7" y="1201586"/>
            <a:ext cx="4450704" cy="30386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92259A-6C26-54C4-F716-F1E82E223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976" y="1201586"/>
            <a:ext cx="3341119" cy="13869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AAEE6F-7B26-D82C-ED88-6132938CB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96" y="4314048"/>
            <a:ext cx="7954599" cy="23852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216A7C-5F46-A1EF-3C15-427F76408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6661" y="2662331"/>
            <a:ext cx="3406435" cy="157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20A73C-FB9B-12EE-CD8E-DFB6ADB5A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201586"/>
            <a:ext cx="8206207" cy="537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D55B63-303A-AB94-C9F7-CDF5F4CED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68" y="1363912"/>
            <a:ext cx="8848361" cy="502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BFBA8-F3D3-9183-96C2-CB90B6FAF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175561"/>
            <a:ext cx="8116003" cy="5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EB2BBC-00F9-E440-8D6E-F0F010197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01585"/>
            <a:ext cx="7311047" cy="532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16B7D1-4270-3A8A-A4C1-46F956DFA7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308565"/>
            <a:ext cx="64312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sz="1400" dirty="0"/>
              <a:t>Real-time agricultural data monitoring</a:t>
            </a:r>
          </a:p>
          <a:p>
            <a:pPr lvl="0"/>
            <a:r>
              <a:rPr lang="en-IN" sz="1400" dirty="0"/>
              <a:t>Crop yield prediction</a:t>
            </a:r>
          </a:p>
          <a:p>
            <a:pPr lvl="0"/>
            <a:r>
              <a:rPr lang="en-IN" sz="1400" dirty="0"/>
              <a:t>AI-based seasonal crop recommendations</a:t>
            </a:r>
          </a:p>
          <a:p>
            <a:pPr lvl="0"/>
            <a:r>
              <a:rPr lang="en-IN" sz="1400" dirty="0"/>
              <a:t>Weather and climate-based analysis</a:t>
            </a:r>
          </a:p>
          <a:p>
            <a:pPr lvl="0"/>
            <a:r>
              <a:rPr lang="en-IN" sz="1400" dirty="0"/>
              <a:t>Regional-level agricultural forecasting</a:t>
            </a:r>
          </a:p>
          <a:p>
            <a:pPr lvl="0"/>
            <a:r>
              <a:rPr lang="en-IN" sz="1400" dirty="0"/>
              <a:t>Smart resource allocation</a:t>
            </a:r>
          </a:p>
          <a:p>
            <a:pPr lvl="0"/>
            <a:r>
              <a:rPr lang="en-IN" sz="1400" dirty="0"/>
              <a:t>Market price and demand prediction</a:t>
            </a:r>
          </a:p>
          <a:p>
            <a:pPr lvl="0"/>
            <a:r>
              <a:rPr lang="en-IN" sz="1400" dirty="0"/>
              <a:t>Integration with IoT and sensor data</a:t>
            </a:r>
          </a:p>
          <a:p>
            <a:pPr lvl="0"/>
            <a:r>
              <a:rPr lang="en-IN" sz="1400" dirty="0"/>
              <a:t>Mobile/Web-based agricultural dashboard</a:t>
            </a:r>
          </a:p>
          <a:p>
            <a:pPr lvl="0"/>
            <a:r>
              <a:rPr lang="en-IN" sz="1400" dirty="0"/>
              <a:t>Advanced Machine Learning models for prediction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5090773" cy="6660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https://github.com/IshikaPrajapati/Seasonal_Agriculture_Performance_Analysis_VOIS.git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AC1C0-16FE-F801-3292-110300A74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85" y="1374365"/>
            <a:ext cx="7488329" cy="529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577</TotalTime>
  <Words>413</Words>
  <Application>Microsoft Office PowerPoint</Application>
  <PresentationFormat>Widescreen</PresentationFormat>
  <Paragraphs>55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ishikaprajapati03@outlook.com</cp:lastModifiedBy>
  <cp:revision>98</cp:revision>
  <dcterms:created xsi:type="dcterms:W3CDTF">2021-07-11T13:13:15Z</dcterms:created>
  <dcterms:modified xsi:type="dcterms:W3CDTF">2026-09-03T13:59:17Z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